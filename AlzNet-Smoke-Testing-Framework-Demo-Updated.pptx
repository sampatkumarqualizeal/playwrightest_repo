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AlzNet Application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Testing &amp; Framework Demo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with Playwright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Testing Framework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Smoke Test Scenarios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Page Object Model Pattern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Third-Party Utilities &amp; Libraries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Gmail OAuth Integration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Test Data Management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5257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Reporting &amp; Logging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5852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Testing Best Practices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6446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Live Demo &amp; Q&amp;A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6032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AlzNet - Alzheimer Network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2011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end-to-end testing of registration and case management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28346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 - Critical path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3657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- https://alznetdashboard-uat.acr.org/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4480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Core Smoke Test Cases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 Scenarios</a:t>
            </a:r>
            <a:endParaRPr lang="en-US" sz="4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Okta Integration &amp; Login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 Page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Dementia Site Registration 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Imaging Facility Registration 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Staff Registration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Imaging Facility Staff Registration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Registration &amp; Submission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Cases &amp; Apply Filters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Architecture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7315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Specs (TypeScript)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7315200" cy="7315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LoginPage, HomePage, RegistrationForm, etc.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7315200" cy="7315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ActionUtils, CommonUtils, DBUtils, etc.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Playwright, Configuration, Logging,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 Model Pattern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1417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element selectors &amp; methods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2514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methods can be reused across tests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read like business logic, not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add new pages and test cases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Utilities &amp; Libraries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50292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754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@playwright/test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^1.57.0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E2E testing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^1.57.0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automation library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@faker-js/faker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^10.2.0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data generation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googleapis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^171.0.0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Gmail API integration for email validation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xlsx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^0.18.5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file parsing for test 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dotenv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^17.2.3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Environment variable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^5.9.3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Type-safe JavaScript development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prettier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^3.7.4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formatting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Utility Classes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ActionUtils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UI interactions (click, fill, select, etc.)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CommonUtils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helper functions and validations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DateUtils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manipulation and formatting utilities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DBUtils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3375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connection and query 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FileUtils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4023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read/write operations for test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6177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709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GmailUtils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709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integration for email-based test validation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3035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TestDataUtils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5394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loading and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Flow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 Environment Configuration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Initialize Page Objects &amp; Fixtures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Execute Test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Capture Screenshots on Failure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Record Video Traces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56032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Generate HTML Report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6344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Log Results to Console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&amp; Timeouts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Test Timeout: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5176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Expect-level Timeout: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seconds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Timeout: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Timeout: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URL: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4663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https://alznetdashboard-uat.acr.org/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Chromium (headless: false)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failure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enabled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Management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test-data/Staging/alznetapplication/[e2e|smoke]/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20574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files containing test scenarios and assertions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Generation: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29260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@faker-js/faker for random test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37947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DBUtils for direct database interactions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Externalized: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4663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from test code for easy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Logging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Reports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test result summaries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Screenshots &amp; videos attached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error messages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Traces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test execution video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Trace files for debugging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Inspector for detailed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Console output for each step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logger utility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5486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Trace-level debugging info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Tests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Smoke Tests: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tests/specs/alznetapplication/smoke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Single Test: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tests/specs/alznetapplication/smoke/ValidateLandingPage_ALZ-T135.spec.ts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with Custom Config: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768096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--config=playwright.config.ts --workers=1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HTML Report: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768096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show-report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Benefits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Cross-browser testing (Chromium, Firefox, WebKit)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Parallel test execution for faster feedback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Automatic retry on failure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Built-in debugging with Inspector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Network interception capabilities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Mobile device emulation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3017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Strong TypeScript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3931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Comprehensive test isolation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Best Practices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Page Objects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 element selectors and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4023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Tests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test should be independent and repeatable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4023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test execution on critical failure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4023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737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test data after 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651760"/>
            <a:ext cx="4023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3200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explicit waits instead of hard sleeps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4114800"/>
            <a:ext cx="4023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4663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meaningful and specific assertions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OAuth Integration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Validation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325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registration confirmation emails automatically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423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 using Google OAuth2 protocol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3520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email content for OTP codes and verification links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82296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Password Storage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4617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credentials stored - token-based access only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API Setup - Step by Step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618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Console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https://console.cloud.google.com/apis/credentials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OAuth2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057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OAuth 2.0 Client ID (Application type: Desktop)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880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credentials and save as credentials.json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30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Token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703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npx ts-node scripts/get-gmail-token.ts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537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526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4526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URL in browser, grant Gmail access, paste 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76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349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Saved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5349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token.json created in project root - ready to use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File Structure &amp; Configuration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618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credentials.json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12618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Client ID, Client Secret, Redirect URIs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0" y="12618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126187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Add to .gitignore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476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token.json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9476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Token, Refresh Token, Token Type, Expiry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19476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194767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Add to .gitignore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33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gmailState.json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633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authentication state and session info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633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263347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Store securely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 (Optional):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GMAIL_CREDENTIALS → Path to credentials.json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GMAIL_TOKEN → Path to token.json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Usage in Tests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Test Scenarios: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Verify registration confirmation email received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Extract OTP/verification code from email body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Validate email links and redirection URLs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Check email sender, subject, and timestamp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email notification workflows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Validate password reset email flows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GmailUtils - Helper Methods</a:t>
            </a:r>
            <a:endParaRPr lang="en-US" sz="4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authenticateGmail()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Authenticate with Gmail OAuth2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readEmails(query)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and read emails with filters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getLatestEmail()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the most recent email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extractOTP(emailBody)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OTP from email content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verifyEmailSubject(subject)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email subject 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clickEmailLink()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and click verification links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deleteEmail(emailId)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up test emails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Security Best Practices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Credentials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0" y="1280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credentials.json and token.json to .gitignore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Environment Variables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CI/CD, store secrets in secure vaults (GitHub Secrets, etc.)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Tokens Periodically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OAuth tokens monthly to maintain security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Scopes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749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minimal required scopes (gmail.readonly for reading only)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Service Accounts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CI/CD, prefer service accounts over user OAuth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94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Access Logs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5394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Regularly check Google Cloud audit logs for unusual activity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2026-02-02T14:08:17Z</dcterms:created>
  <dcterms:modified xsi:type="dcterms:W3CDTF">2026-02-02T14:08:17Z</dcterms:modified>
</cp:coreProperties>
</file>