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1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358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F17F6-309F-F50B-18BF-E2DF11AED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762CA-86D2-0131-6278-EA4EEFF5C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04979-8E68-47E1-B585-710DB1D4B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BDB61-4C2A-3FFA-71A0-107A3C7C7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36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AlzNet Application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Testing &amp; Framework Demo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with Playwright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Testing Framework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Smoke Test Scenarios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Page Object Model Pattern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Third-Party Utilities &amp; Libraries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Test Data Management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Reporting &amp; Logging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5257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Live Demo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603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AlzNet - Alzheimer Network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2011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smoke and end-to-end testing of registration and case management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28346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Tests - Critical path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3657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- https://alznetdashboard-uat.acr.org/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4480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Core Smoke Test Cases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Scenarios</a:t>
            </a:r>
            <a:endParaRPr lang="en-US" sz="4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41148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 Name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Okta Integration &amp; Login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Page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Dementia Site Registration 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Imaging Facility Registration Form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Site Staff Registration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Imaging Facility Staff Registration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 Registration &amp; Submission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ALZ-T141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View Cases &amp; Apply Filters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098735"/>
            <a:ext cx="7315200" cy="548640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88720" y="1144455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0" y="1187265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Specs (TypeScript)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954711"/>
            <a:ext cx="7315200" cy="514169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43577" y="195471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1983195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LoginPage, HomePage, RegistrationForm, etc.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5200" y="2880360"/>
            <a:ext cx="7315200" cy="514169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08892" y="3006997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6229" y="3044371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ActionUtils, CommonUtils, DBUtils, etc.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785694"/>
            <a:ext cx="7315200" cy="571862"/>
          </a:xfrm>
          <a:prstGeom prst="roundRect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08892" y="3956235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6229" y="3956235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Playwright, Configuration, Logging, Reporting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 Model Pattern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0" y="1417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element selectors &amp; methods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2514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methods can be reused across 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516709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611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read like business logic, not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05267"/>
            <a:ext cx="8229600" cy="744946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add new pages and test cases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Utilities &amp; Libraries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3375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Library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@playwright/test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^1.57.0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E2E testing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playwright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^1.57.0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automation library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@faker-js/faker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^10.2.0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data generation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googleapis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^171.0.0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Gmail API integration for email validation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xlsx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^0.18.5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file parsing for test 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dotenv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^17.2.3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Environment variable management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typescript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^5.9.3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Type-safe JavaScript development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prettier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^3.7.4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 formatting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Utility Classes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ActionUtils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0" y="1280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UI interactions (click, fill, select, etc.)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CommonUtils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965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helper functions and validations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DateUtils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26517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manipulation and formatting utilities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DBUtils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3337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connection and query execution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4023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FileUtils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4023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read/write operations for test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6177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68680" y="4709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GmailUtils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709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integration for email-based test validation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303520"/>
            <a:ext cx="1828800" cy="548640"/>
          </a:xfrm>
          <a:prstGeom prst="rect">
            <a:avLst/>
          </a:prstGeom>
          <a:solidFill>
            <a:srgbClr val="0066CC"/>
          </a:solidFill>
          <a:ln w="127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TestDataUtils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0" y="53949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loading and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Flow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Environment Configuration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7373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6032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Initialize Page Objects &amp; Fixtures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Execute Test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93192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Capture Screenshots on Failure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Record Video Traces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2648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6032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Generate HTML Report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1828800"/>
            <a:ext cx="548640" cy="548640"/>
          </a:xfrm>
          <a:prstGeom prst="ellipse">
            <a:avLst/>
          </a:prstGeom>
          <a:solidFill>
            <a:srgbClr val="0066CC"/>
          </a:solidFill>
          <a:ln w="25400">
            <a:solidFill>
              <a:srgbClr val="1F47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22376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63440" y="41148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Log Results to Console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&amp; Timeouts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Test Timeout: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65176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Expect-level Timeout: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seconds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Timeout: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Timeout: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URL: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46634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https://alznetdashboard-uat.acr.org/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188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Chromium (headless: false)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failure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enabled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 Management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5603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test-data/Staging/alznetapplication/[e2e|smoke]/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20574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files containing test scenarios and assertions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Generation: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0" y="29260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@faker-js/faker for random test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948" y="382088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Externalized: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76434" y="37947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from test code for easy maintenance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Logging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1645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test result summaries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Screenshots &amp; videos attached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Detailed error messages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Traces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test execution video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Trace files for debugging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Inspector for detailed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288971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Console output for each 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53498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logger utility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Trace-level debugging info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Tests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Smoke Tests: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3200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tests/specs/alznetapplication/smoke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Single Test: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tests/specs/alznetapplication/smoke/ValidateLandingPage_ALZ-T135.spec.ts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with Custom Config: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7680960" cy="3200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--config=playwright.config.ts --workers=1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HTML Report: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7680960" cy="32004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show-report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6861-E200-397C-5E12-C1F3D657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3F07D9-CBEA-1854-84DB-62514172730A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788"/>
                </a:solidFill>
                <a:latin typeface="Arial" pitchFamily="34" charset="0"/>
                <a:cs typeface="Arial" pitchFamily="34" charset="-120"/>
              </a:rPr>
              <a:t>Test Report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98B65E-BB37-3A0B-7BFB-C0A53DF628BA}"/>
              </a:ext>
            </a:extLst>
          </p:cNvPr>
          <p:cNvSpPr/>
          <p:nvPr/>
        </p:nvSpPr>
        <p:spPr>
          <a:xfrm>
            <a:off x="914400" y="914400"/>
            <a:ext cx="7315200" cy="34906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tests/specs/alznetapplication/smoke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7D06B91-AC1A-2C59-4FE9-AFE712A28981}"/>
              </a:ext>
            </a:extLst>
          </p:cNvPr>
          <p:cNvSpPr/>
          <p:nvPr/>
        </p:nvSpPr>
        <p:spPr>
          <a:xfrm>
            <a:off x="914400" y="3749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--config=playwright.config.ts --workers=1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056186F-120D-1511-4F38-9CE4B2A382C2}"/>
              </a:ext>
            </a:extLst>
          </p:cNvPr>
          <p:cNvSpPr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show-report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4C68F0-18E4-7C04-A2E8-8169CA2F3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827314"/>
            <a:ext cx="7315200" cy="401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115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Benefits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Cross-browser testing (Chromium, Firefox, WebKit)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Parallel test execution for faster feedback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Automatic retry on failure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2994661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Built-in debugging with Inspector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Network interception capabilities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13795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Strong TypeScript support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Best Practices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236619"/>
            <a:ext cx="4023360" cy="84618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127725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Page Objects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73463" y="1566091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 element selectors and methods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0583" y="2468880"/>
            <a:ext cx="4023360" cy="84618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25831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Tests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5408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test should be independent and repeatable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0583" y="3637281"/>
            <a:ext cx="4023360" cy="84618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3463" y="398199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test execution on critical failure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277258"/>
            <a:ext cx="4023360" cy="80554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0" y="13030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16230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test data after 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79703" y="2423160"/>
            <a:ext cx="4023360" cy="91694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62583" y="2537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777309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explicit waits instead of hard sleeps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79703" y="3622767"/>
            <a:ext cx="4023360" cy="91694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0" y="386769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32251" y="4023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meaningful and specific assertions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47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755</Words>
  <Application>Microsoft Office PowerPoint</Application>
  <PresentationFormat>On-screen Show (16:9)</PresentationFormat>
  <Paragraphs>211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O365 Office Apps</cp:lastModifiedBy>
  <cp:revision>2</cp:revision>
  <dcterms:created xsi:type="dcterms:W3CDTF">2026-02-02T13:46:20Z</dcterms:created>
  <dcterms:modified xsi:type="dcterms:W3CDTF">2026-02-02T15:11:45Z</dcterms:modified>
</cp:coreProperties>
</file>